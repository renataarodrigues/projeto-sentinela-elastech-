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0" r:id="rId6"/>
    <p:sldId id="262" r:id="rId7"/>
    <p:sldId id="261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Amaral" userId="32467963a27f6895" providerId="LiveId" clId="{F5F7CB1C-1844-4D89-BA99-FC72FC8C9980}"/>
    <pc:docChg chg="undo custSel addSld delSld modSld sldOrd">
      <pc:chgData name="Renata Amaral" userId="32467963a27f6895" providerId="LiveId" clId="{F5F7CB1C-1844-4D89-BA99-FC72FC8C9980}" dt="2026-05-08T22:04:56.079" v="403" actId="20577"/>
      <pc:docMkLst>
        <pc:docMk/>
      </pc:docMkLst>
      <pc:sldChg chg="modSp mod">
        <pc:chgData name="Renata Amaral" userId="32467963a27f6895" providerId="LiveId" clId="{F5F7CB1C-1844-4D89-BA99-FC72FC8C9980}" dt="2026-05-08T21:37:05.809" v="173" actId="207"/>
        <pc:sldMkLst>
          <pc:docMk/>
          <pc:sldMk cId="0" sldId="256"/>
        </pc:sldMkLst>
        <pc:spChg chg="mod">
          <ac:chgData name="Renata Amaral" userId="32467963a27f6895" providerId="LiveId" clId="{F5F7CB1C-1844-4D89-BA99-FC72FC8C9980}" dt="2026-05-08T21:37:02.884" v="172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7:05.809" v="173" actId="207"/>
          <ac:spMkLst>
            <pc:docMk/>
            <pc:sldMk cId="0" sldId="256"/>
            <ac:spMk id="7" creationId="{00000000-0000-0000-0000-000000000000}"/>
          </ac:spMkLst>
        </pc:spChg>
      </pc:sldChg>
      <pc:sldChg chg="addSp modSp mod">
        <pc:chgData name="Renata Amaral" userId="32467963a27f6895" providerId="LiveId" clId="{F5F7CB1C-1844-4D89-BA99-FC72FC8C9980}" dt="2026-05-08T21:37:22.169" v="176" actId="1076"/>
        <pc:sldMkLst>
          <pc:docMk/>
          <pc:sldMk cId="0" sldId="257"/>
        </pc:sldMkLst>
        <pc:spChg chg="mod">
          <ac:chgData name="Renata Amaral" userId="32467963a27f6895" providerId="LiveId" clId="{F5F7CB1C-1844-4D89-BA99-FC72FC8C9980}" dt="2026-05-08T21:32:21.958" v="19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3:47.866" v="4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4:41.692" v="58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2:38.002" v="24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2:57.690" v="25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3:03.270" v="26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3:09.388" v="29" actId="2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3:53.677" v="4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2:31.416" v="23" actId="6549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4:15.118" v="53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3:56.904" v="44" actId="1076"/>
          <ac:spMkLst>
            <pc:docMk/>
            <pc:sldMk cId="0" sldId="257"/>
            <ac:spMk id="22" creationId="{00000000-0000-0000-0000-000000000000}"/>
          </ac:spMkLst>
        </pc:spChg>
        <pc:spChg chg="add mod">
          <ac:chgData name="Renata Amaral" userId="32467963a27f6895" providerId="LiveId" clId="{F5F7CB1C-1844-4D89-BA99-FC72FC8C9980}" dt="2026-05-08T21:37:16.149" v="175" actId="1076"/>
          <ac:spMkLst>
            <pc:docMk/>
            <pc:sldMk cId="0" sldId="257"/>
            <ac:spMk id="23" creationId="{676AAA61-1F84-3E68-E68A-7C8363C034F9}"/>
          </ac:spMkLst>
        </pc:spChg>
        <pc:spChg chg="add mod">
          <ac:chgData name="Renata Amaral" userId="32467963a27f6895" providerId="LiveId" clId="{F5F7CB1C-1844-4D89-BA99-FC72FC8C9980}" dt="2026-05-08T21:33:39.470" v="34" actId="1076"/>
          <ac:spMkLst>
            <pc:docMk/>
            <pc:sldMk cId="0" sldId="257"/>
            <ac:spMk id="24" creationId="{2A1EC426-F4BF-2FA2-BBD1-B56F02C41F5E}"/>
          </ac:spMkLst>
        </pc:spChg>
        <pc:spChg chg="add mod">
          <ac:chgData name="Renata Amaral" userId="32467963a27f6895" providerId="LiveId" clId="{F5F7CB1C-1844-4D89-BA99-FC72FC8C9980}" dt="2026-05-08T21:37:22.169" v="176" actId="1076"/>
          <ac:spMkLst>
            <pc:docMk/>
            <pc:sldMk cId="0" sldId="257"/>
            <ac:spMk id="25" creationId="{750781B7-223F-46FE-11EA-956CBBEE2627}"/>
          </ac:spMkLst>
        </pc:spChg>
      </pc:sldChg>
      <pc:sldChg chg="modSp mod">
        <pc:chgData name="Renata Amaral" userId="32467963a27f6895" providerId="LiveId" clId="{F5F7CB1C-1844-4D89-BA99-FC72FC8C9980}" dt="2026-05-08T21:54:44.409" v="338" actId="20577"/>
        <pc:sldMkLst>
          <pc:docMk/>
          <pc:sldMk cId="0" sldId="258"/>
        </pc:sldMkLst>
        <pc:spChg chg="mod">
          <ac:chgData name="Renata Amaral" userId="32467963a27f6895" providerId="LiveId" clId="{F5F7CB1C-1844-4D89-BA99-FC72FC8C9980}" dt="2026-05-08T21:36:58.401" v="171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4:44.409" v="338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5:46.578" v="126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6:04.266" v="140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6:09.795" v="142" actId="20577"/>
          <ac:spMkLst>
            <pc:docMk/>
            <pc:sldMk cId="0" sldId="258"/>
            <ac:spMk id="33" creationId="{00000000-0000-0000-0000-000000000000}"/>
          </ac:spMkLst>
        </pc:spChg>
      </pc:sldChg>
      <pc:sldChg chg="modSp del mod">
        <pc:chgData name="Renata Amaral" userId="32467963a27f6895" providerId="LiveId" clId="{F5F7CB1C-1844-4D89-BA99-FC72FC8C9980}" dt="2026-05-08T21:58:05.589" v="340" actId="47"/>
        <pc:sldMkLst>
          <pc:docMk/>
          <pc:sldMk cId="0" sldId="259"/>
        </pc:sldMkLst>
        <pc:spChg chg="mod">
          <ac:chgData name="Renata Amaral" userId="32467963a27f6895" providerId="LiveId" clId="{F5F7CB1C-1844-4D89-BA99-FC72FC8C9980}" dt="2026-05-08T21:36:51.913" v="168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1:57.424" v="315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2:01.789" v="317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2:11.682" v="321" actId="20577"/>
          <ac:spMkLst>
            <pc:docMk/>
            <pc:sldMk cId="0" sldId="259"/>
            <ac:spMk id="25" creationId="{00000000-0000-0000-0000-000000000000}"/>
          </ac:spMkLst>
        </pc:spChg>
      </pc:sldChg>
      <pc:sldChg chg="modSp mod">
        <pc:chgData name="Renata Amaral" userId="32467963a27f6895" providerId="LiveId" clId="{F5F7CB1C-1844-4D89-BA99-FC72FC8C9980}" dt="2026-05-08T21:39:42.484" v="226" actId="20577"/>
        <pc:sldMkLst>
          <pc:docMk/>
          <pc:sldMk cId="0" sldId="260"/>
        </pc:sldMkLst>
        <pc:spChg chg="mod">
          <ac:chgData name="Renata Amaral" userId="32467963a27f6895" providerId="LiveId" clId="{F5F7CB1C-1844-4D89-BA99-FC72FC8C9980}" dt="2026-05-08T21:39:42.484" v="226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7:59.340" v="178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43.316" v="198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20.597" v="182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23.779" v="184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47.166" v="206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27.638" v="186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30.021" v="188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51.493" v="214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33.194" v="190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38:58.452" v="222" actId="20577"/>
          <ac:spMkLst>
            <pc:docMk/>
            <pc:sldMk cId="0" sldId="260"/>
            <ac:spMk id="30" creationId="{00000000-0000-0000-0000-000000000000}"/>
          </ac:spMkLst>
        </pc:spChg>
      </pc:sldChg>
      <pc:sldChg chg="modSp mod ord">
        <pc:chgData name="Renata Amaral" userId="32467963a27f6895" providerId="LiveId" clId="{F5F7CB1C-1844-4D89-BA99-FC72FC8C9980}" dt="2026-05-08T21:41:10.284" v="255" actId="20577"/>
        <pc:sldMkLst>
          <pc:docMk/>
          <pc:sldMk cId="0" sldId="261"/>
        </pc:sldMkLst>
        <pc:spChg chg="mod">
          <ac:chgData name="Renata Amaral" userId="32467963a27f6895" providerId="LiveId" clId="{F5F7CB1C-1844-4D89-BA99-FC72FC8C9980}" dt="2026-05-08T21:41:10.284" v="255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0:59.795" v="238" actId="20577"/>
          <ac:spMkLst>
            <pc:docMk/>
            <pc:sldMk cId="0" sldId="261"/>
            <ac:spMk id="4" creationId="{00000000-0000-0000-0000-000000000000}"/>
          </ac:spMkLst>
        </pc:spChg>
        <pc:picChg chg="mod modCrop">
          <ac:chgData name="Renata Amaral" userId="32467963a27f6895" providerId="LiveId" clId="{F5F7CB1C-1844-4D89-BA99-FC72FC8C9980}" dt="2026-05-08T21:39:26.336" v="223" actId="732"/>
          <ac:picMkLst>
            <pc:docMk/>
            <pc:sldMk cId="0" sldId="261"/>
            <ac:picMk id="5" creationId="{00000000-0000-0000-0000-000000000000}"/>
          </ac:picMkLst>
        </pc:picChg>
      </pc:sldChg>
      <pc:sldChg chg="modSp mod">
        <pc:chgData name="Renata Amaral" userId="32467963a27f6895" providerId="LiveId" clId="{F5F7CB1C-1844-4D89-BA99-FC72FC8C9980}" dt="2026-05-08T21:40:47.086" v="234" actId="20577"/>
        <pc:sldMkLst>
          <pc:docMk/>
          <pc:sldMk cId="0" sldId="262"/>
        </pc:sldMkLst>
        <pc:spChg chg="mod">
          <ac:chgData name="Renata Amaral" userId="32467963a27f6895" providerId="LiveId" clId="{F5F7CB1C-1844-4D89-BA99-FC72FC8C9980}" dt="2026-05-08T21:40:39.050" v="230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0:47.086" v="234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enata Amaral" userId="32467963a27f6895" providerId="LiveId" clId="{F5F7CB1C-1844-4D89-BA99-FC72FC8C9980}" dt="2026-05-08T21:43:05.570" v="302" actId="20577"/>
        <pc:sldMkLst>
          <pc:docMk/>
          <pc:sldMk cId="0" sldId="263"/>
        </pc:sldMkLst>
        <pc:spChg chg="mod">
          <ac:chgData name="Renata Amaral" userId="32467963a27f6895" providerId="LiveId" clId="{F5F7CB1C-1844-4D89-BA99-FC72FC8C9980}" dt="2026-05-08T21:41:33.028" v="27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1:42.963" v="279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1:55.290" v="287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2:00.802" v="289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2:05.309" v="291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2:17.249" v="296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2:20.368" v="298" actId="20577"/>
          <ac:spMkLst>
            <pc:docMk/>
            <pc:sldMk cId="0" sldId="263"/>
            <ac:spMk id="24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2:11.460" v="293" actId="2057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2:39.418" v="299" actId="20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3:05.570" v="302" actId="20577"/>
          <ac:spMkLst>
            <pc:docMk/>
            <pc:sldMk cId="0" sldId="263"/>
            <ac:spMk id="29" creationId="{00000000-0000-0000-0000-000000000000}"/>
          </ac:spMkLst>
        </pc:spChg>
      </pc:sldChg>
      <pc:sldChg chg="modSp mod">
        <pc:chgData name="Renata Amaral" userId="32467963a27f6895" providerId="LiveId" clId="{F5F7CB1C-1844-4D89-BA99-FC72FC8C9980}" dt="2026-05-08T21:43:35.762" v="313" actId="20577"/>
        <pc:sldMkLst>
          <pc:docMk/>
          <pc:sldMk cId="0" sldId="264"/>
        </pc:sldMkLst>
        <pc:spChg chg="mod">
          <ac:chgData name="Renata Amaral" userId="32467963a27f6895" providerId="LiveId" clId="{F5F7CB1C-1844-4D89-BA99-FC72FC8C9980}" dt="2026-05-08T21:43:28.013" v="307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43:35.762" v="313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add mod setBg">
        <pc:chgData name="Renata Amaral" userId="32467963a27f6895" providerId="LiveId" clId="{F5F7CB1C-1844-4D89-BA99-FC72FC8C9980}" dt="2026-05-08T22:04:56.079" v="403" actId="20577"/>
        <pc:sldMkLst>
          <pc:docMk/>
          <pc:sldMk cId="0" sldId="265"/>
        </pc:sldMkLst>
        <pc:spChg chg="mod">
          <ac:chgData name="Renata Amaral" userId="32467963a27f6895" providerId="LiveId" clId="{F5F7CB1C-1844-4D89-BA99-FC72FC8C9980}" dt="2026-05-08T21:58:17.596" v="345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8:33.623" v="351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8:49.861" v="359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8:42.740" v="355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1:59:18.688" v="373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2:04:56.079" v="403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2:04:38.656" v="402" actId="20577"/>
          <ac:spMkLst>
            <pc:docMk/>
            <pc:sldMk cId="0" sldId="265"/>
            <ac:spMk id="29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2:04:16.377" v="390" actId="6549"/>
          <ac:spMkLst>
            <pc:docMk/>
            <pc:sldMk cId="0" sldId="265"/>
            <ac:spMk id="31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2:00:12.961" v="378" actId="20577"/>
          <ac:spMkLst>
            <pc:docMk/>
            <pc:sldMk cId="0" sldId="265"/>
            <ac:spMk id="37" creationId="{00000000-0000-0000-0000-000000000000}"/>
          </ac:spMkLst>
        </pc:spChg>
        <pc:spChg chg="mod">
          <ac:chgData name="Renata Amaral" userId="32467963a27f6895" providerId="LiveId" clId="{F5F7CB1C-1844-4D89-BA99-FC72FC8C9980}" dt="2026-05-08T22:04:08.420" v="386" actId="20577"/>
          <ac:spMkLst>
            <pc:docMk/>
            <pc:sldMk cId="0" sldId="265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99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Inteligente de Prevencao de Churn Bancario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Bank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841248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 |  Denise  |  Marta  |  Leticia  |  Sophia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  |  SP  |  SC  |  PE  |  BA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de Dados  |  ADA + Caixa + Artemisia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 </a:t>
            </a:r>
            <a:r>
              <a:rPr lang="en-US" sz="28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749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R$ 448.200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receita anual em risco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3474720" cy="0"/>
          </a:xfrm>
          <a:prstGeom prst="line">
            <a:avLst/>
          </a:prstGeom>
          <a:noFill/>
          <a:ln w="6350">
            <a:solidFill>
              <a:srgbClr val="AA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80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clientes em risco de cancelar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em cada 4 clientes cancela a conta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R$37.350 de perda mensal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3749040"/>
          </a:xfrm>
          <a:prstGeom prst="rect">
            <a:avLst/>
          </a:prstGeom>
          <a:solidFill>
            <a:srgbClr val="F0FDF4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14400"/>
            <a:ext cx="402336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8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Sentinela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clientes em risco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cancelamento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3017520"/>
            <a:ext cx="3474720" cy="0"/>
          </a:xfrm>
          <a:prstGeom prst="line">
            <a:avLst/>
          </a:prstGeom>
          <a:noFill/>
          <a:ln w="6350">
            <a:solidFill>
              <a:srgbClr val="B0D8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preditivo com 66% de recall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</a:t>
            </a: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painéis</a:t>
            </a: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2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decisãoo</a:t>
            </a: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2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 R$308.800 em receita recuperada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56808" y="2581220"/>
            <a:ext cx="1430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676AAA61-1F84-3E68-E68A-7C8363C034F9}"/>
              </a:ext>
            </a:extLst>
          </p:cNvPr>
          <p:cNvSpPr/>
          <p:nvPr/>
        </p:nvSpPr>
        <p:spPr>
          <a:xfrm>
            <a:off x="640079" y="2965269"/>
            <a:ext cx="548640" cy="1645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2A1EC426-F4BF-2FA2-BBD1-B56F02C41F5E}"/>
              </a:ext>
            </a:extLst>
          </p:cNvPr>
          <p:cNvSpPr/>
          <p:nvPr/>
        </p:nvSpPr>
        <p:spPr>
          <a:xfrm>
            <a:off x="457200" y="3300984"/>
            <a:ext cx="548640" cy="1645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750781B7-223F-46FE-11EA-956CBBEE2627}"/>
              </a:ext>
            </a:extLst>
          </p:cNvPr>
          <p:cNvSpPr/>
          <p:nvPr/>
        </p:nvSpPr>
        <p:spPr>
          <a:xfrm>
            <a:off x="868680" y="3608614"/>
            <a:ext cx="548640" cy="1645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472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</a:t>
            </a: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en-US" sz="28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</a:t>
            </a:r>
            <a:r>
              <a:rPr lang="en-US" sz="13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</a:t>
            </a:r>
            <a:r>
              <a:rPr lang="en-US" sz="13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da base de dados as </a:t>
            </a:r>
            <a:r>
              <a:rPr lang="en-US" sz="13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54480" cy="347472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554480" cy="5029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simulado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clientes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 bancaria real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47088" y="20116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1280160"/>
            <a:ext cx="1554480" cy="347472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280160"/>
            <a:ext cx="15544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298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completa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descritivas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84448" y="20116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9040" y="1280160"/>
            <a:ext cx="1554480" cy="347472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280160"/>
            <a:ext cx="1554480" cy="50292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298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4904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queries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segmentados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de risco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21808" y="20116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0" y="1280160"/>
            <a:ext cx="1554480" cy="347472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280160"/>
            <a:ext cx="155448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298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testadas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em producao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 recall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9168" y="20116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23760" y="1280160"/>
            <a:ext cx="1554480" cy="347472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280160"/>
            <a:ext cx="155448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298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painéis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+ Analista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 R$308k recuperados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</a:t>
            </a:r>
            <a:r>
              <a:rPr lang="en-US" sz="26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</a:t>
            </a:r>
            <a:r>
              <a:rPr lang="en-US" sz="12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</a:t>
            </a:r>
            <a:r>
              <a:rPr lang="en-US" sz="12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</a:t>
            </a:r>
            <a:r>
              <a:rPr lang="en-US" sz="12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churn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53,5%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737360" cy="320040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16,4%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</a:t>
            </a: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reclamação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Reclamação</a:t>
            </a: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37pp - clientes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insatisfeitos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3x mais. Maior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churn de todas as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137160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87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preditor #1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1783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41148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43,8%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858000" y="1143000"/>
            <a:ext cx="1737360" cy="320040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17% com saldo alto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abaixo de R$1.000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27pp - saldo baixo indica fragilidade financeira. 2,7x maior que a media geral de churn.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487168"/>
            <a:ext cx="137160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487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preditor #2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4114800" cy="1783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926080"/>
            <a:ext cx="4114800" cy="6400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689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-32%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2468880" y="3063240"/>
            <a:ext cx="1737360" cy="320040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R$2.197 vs R$3.253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639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medio - cancelou vs ficou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cancela tem saldo 32% menor.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consistente que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financeira como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407408"/>
            <a:ext cx="1371600" cy="20116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07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significativa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4114800" cy="1783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926080"/>
            <a:ext cx="411480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8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22,4%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6858000" y="3063240"/>
            <a:ext cx="1737360" cy="320040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30% no internet banking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639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</a:t>
            </a: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app - mais fieis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7,6pp -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digitais tem maior engajamento. Canal preferido como indicador de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4407408"/>
            <a:ext cx="1371600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407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positivo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preditivo — </a:t>
            </a:r>
            <a:r>
              <a:rPr lang="en-US" sz="28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Testamos 3 </a:t>
            </a:r>
            <a:r>
              <a:rPr lang="en-US" sz="13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</a:t>
            </a:r>
            <a:r>
              <a:rPr lang="en-US" sz="13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chegar na melhor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274320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</a:t>
            </a:r>
            <a:r>
              <a:rPr lang="en-US" sz="24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Churn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560320" cy="2743200"/>
          </a:xfrm>
          <a:prstGeom prst="rect">
            <a:avLst/>
          </a:prstGeom>
          <a:solidFill>
            <a:srgbClr val="F0FDF4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9184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Churn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639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560320" cy="274320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</a:t>
            </a:r>
            <a:r>
              <a:rPr lang="en-US" sz="24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2648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2648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Churn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639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4023360" cy="731520"/>
          </a:xfrm>
          <a:prstGeom prst="rect">
            <a:avLst/>
          </a:prstGeom>
          <a:solidFill>
            <a:srgbClr val="FEF3E2"/>
          </a:solidFill>
          <a:ln w="6350">
            <a:solidFill>
              <a:srgbClr val="F0D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</a:t>
            </a:r>
            <a:r>
              <a:rPr lang="en-US" sz="1100" b="1" dirty="0" err="1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r>
              <a:rPr lang="en-US" sz="11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desbalanceados: 75% ficaram, 25% cancelaram.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Balanceamento de classes reduziu falsos negativos de 32 para 17.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4206240"/>
            <a:ext cx="4023360" cy="731520"/>
          </a:xfrm>
          <a:prstGeom prst="rect">
            <a:avLst/>
          </a:prstGeom>
          <a:solidFill>
            <a:srgbClr val="F0FDF4"/>
          </a:solidFill>
          <a:ln w="6350">
            <a:solidFill>
              <a:srgbClr val="B0D8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do modelo: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 dos cancelamentos detectados antecipadamente.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de recuperar ate R$308.800 em receita anual.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do Analista — Performance do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r>
              <a:rPr lang="en-US" sz="12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</a:t>
            </a:r>
            <a:r>
              <a:rPr lang="en-US" sz="12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o time de dados</a:t>
            </a:r>
            <a:endParaRPr lang="en-US" sz="1200" dirty="0"/>
          </a:p>
        </p:txBody>
      </p:sp>
      <p:pic>
        <p:nvPicPr>
          <p:cNvPr id="5" name="Image 0" descr="/home/claude/painel_anali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da Diretoria — Tomada de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receita, risco e </a:t>
            </a:r>
            <a:r>
              <a:rPr lang="en-US" sz="1200" dirty="0" err="1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200" dirty="0"/>
          </a:p>
        </p:txBody>
      </p:sp>
      <p:pic>
        <p:nvPicPr>
          <p:cNvPr id="5" name="Image 0" descr="/home/claude/painel_diretoria.png"/>
          <p:cNvPicPr>
            <a:picLocks noChangeAspect="1"/>
          </p:cNvPicPr>
          <p:nvPr/>
        </p:nvPicPr>
        <p:blipFill>
          <a:blip r:embed="rId3"/>
          <a:srcRect t="1555"/>
          <a:stretch>
            <a:fillRect/>
          </a:stretch>
        </p:blipFill>
        <p:spPr>
          <a:xfrm>
            <a:off x="274320" y="932688"/>
            <a:ext cx="8595360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154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Aura Bank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060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Retenção</a:t>
            </a: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5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emergência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Contatar 131 clientes com saldo baixo e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reclamação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recente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48h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115568"/>
            <a:ext cx="12801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1155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horas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 R$235.800/ano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91440" cy="105156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689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295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</a:t>
            </a: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</a:t>
            </a: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o banco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Oferecer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seguro para clientes com apenas 1 produto contratado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350008"/>
            <a:ext cx="1280160" cy="29260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50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 R$45.000/ano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8412480" cy="105156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74720"/>
            <a:ext cx="91440" cy="10515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8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35295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Migração</a:t>
            </a: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o app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3931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</a:t>
            </a: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app cancelam 26% menos que os do internet banking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584448"/>
            <a:ext cx="128016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5844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</a:t>
            </a:r>
            <a:r>
              <a:rPr lang="en-US" sz="1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 R$28.000/ano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92D050"/>
          </a:solidFill>
          <a:ln w="6350">
            <a:solidFill>
              <a:srgbClr val="F5C0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274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Total estimado de receita recuperada: </a:t>
            </a:r>
            <a:r>
              <a:rPr lang="en-US" sz="1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até</a:t>
            </a: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R$308.800 por ano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Sentinela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não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é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só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um modelo.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783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ferramenta de </a:t>
            </a:r>
            <a:r>
              <a:rPr lang="en-US" sz="26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r>
              <a:rPr lang="en-US" sz="2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o Aura Bank.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84124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 |  Denise  |  Marta  |  Leticia  |  Sophia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  |  SP  |  SC  |  PE  |  BA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de Dados  |  ADA + Caixa + Artemisia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582</Words>
  <Application>Microsoft Office PowerPoint</Application>
  <PresentationFormat>Apresentação na tela (16:9)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Sentinela — Aura Bank</dc:title>
  <dc:subject>PptxGenJS Presentation</dc:subject>
  <dc:creator>PptxGenJS</dc:creator>
  <cp:lastModifiedBy>Renata Amaral</cp:lastModifiedBy>
  <cp:revision>1</cp:revision>
  <dcterms:created xsi:type="dcterms:W3CDTF">2026-05-08T02:03:36Z</dcterms:created>
  <dcterms:modified xsi:type="dcterms:W3CDTF">2026-05-08T22:05:14Z</dcterms:modified>
</cp:coreProperties>
</file>